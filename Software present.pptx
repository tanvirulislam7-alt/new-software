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6700-8A92-F812-3C97-BA769851D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ACAE6-DCED-2C3B-B3CC-67BBF614C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EC10F-D49A-4E18-C77C-69200098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FA63B-5995-8C17-5C61-5DB248A31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CFE3-BCF7-6B42-282E-8910413C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22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446F0-AF7D-0BE8-2146-FF09F3C5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C99E3-40D1-16BB-3B75-2A8795802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88C2A-B1C3-D224-E3C8-6AD8AA74E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524CE-3E2D-2389-7BBB-62D9AD21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BE9D9-AA91-82E8-6500-80434ED7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1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3005-F97A-72A1-B0A9-F8C9176E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C7290-EBAA-B0C5-2244-3A6EE755A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14C17-8C20-0B85-08EF-1A2D42AF7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09DF7-56CF-0B2F-C3DF-8D5DE81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E12C3-746C-3DEE-946C-F957D0A5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7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10359-6B8F-B580-8F5F-FC011CA7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19EC6-9C4F-FAF5-0D43-2B28DBF8A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C0266-7D2F-9F0D-A50A-E1A87501C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381F7-DD19-004E-4CF5-21A2266D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F4568-CF3F-D924-7EE2-0726DCB2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24B11-1C03-57C8-9A6F-A8716B1C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3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B971-B5F4-7F00-B0C5-4CED5F8DD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1884C-9A0B-F78C-EA7F-AAA46A87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03500-D890-36F8-EC91-7AF20817E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389A1-748C-41CE-D892-978BFBB8E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7DF21-8815-5C5D-DBD2-EE06351EB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89A414-124D-212E-A3DA-28F46EAC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69F4D3-867C-0839-ACAA-3BBD9DAE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30E16-2ADC-47B4-8680-AF83E4D9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7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EBB3-0DFC-CC72-4DBD-9A08A536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1451C-CE9E-B683-7C15-0BE235E3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16286-5A4D-6C79-CC30-65EEFEAE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9DD6C-4D1A-9640-7C41-6D5CD2B7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1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CDCA7-A282-2D63-43D6-9C605CA1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26BC5-316A-E752-09C7-23D07051F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956C7-5C0B-DBF5-5226-C14F53D1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5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D4B9-AB31-C395-E601-5B82642DC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D94FC-5788-6B03-961F-4D1EAAF2E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71662-A419-CF5A-0510-320DE2953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8E27D-B7A3-6FC8-EEB7-9C3CA9273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A1CB5-AD58-BA87-491B-058ADB02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A2279-19B1-AF85-DDB2-2D22C705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1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ACB1-E3F9-BDFC-51FE-E940773CA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3F355-BD9B-668F-A0A6-F1E885643D9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16AA0-866F-4575-3B73-EC7805038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B36AE-7070-0E7C-B219-FCF251C5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CFD0F-1377-FADD-28AC-28253CBE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E6FD5-EA65-7CA2-D446-3177209B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4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38DA-5E4C-19E5-C973-722CEA28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03CA8-A7C3-5265-BC59-15A086187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42FCA-56E5-85D7-395D-AB468BFAB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B93F0-420B-786E-31D0-D2756CCFC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9E43D-CBDD-F6B8-E894-EA921D1C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FA48C-F1ED-A25D-D054-C807F00571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8CB14-B487-890C-CD0F-1902546E9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A1B3D-3967-4EE5-AE7E-41D1F7F2C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239AA-D8FD-F235-10CB-A4B76D35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93DBF-453D-9F62-2299-E0AAA6CD3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8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DF7A0-75DA-1F52-9946-380BAE45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B6E89-4854-9FF4-3C85-6247FBBA0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9BF94-7A2A-56C5-A734-B0D0CBD25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74AB6F-F5BC-4046-A711-B66072AE31B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B09A3-B760-215C-C954-25B5B0036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E6481-6E09-E233-08F3-B19241B8D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04545-5610-4144-B1C4-1585F907A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5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C8F9-2C0D-2464-7A23-9CD80E31CE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NILOY</a:t>
            </a:r>
          </a:p>
        </p:txBody>
      </p:sp>
    </p:spTree>
    <p:extLst>
      <p:ext uri="{BB962C8B-B14F-4D97-AF65-F5344CB8AC3E}">
        <p14:creationId xmlns:p14="http://schemas.microsoft.com/office/powerpoint/2010/main" val="3466689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NILOY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TANVIRUL ISLAM NILOY</dc:creator>
  <cp:lastModifiedBy>TANVIRUL ISLAM NILOY</cp:lastModifiedBy>
  <cp:revision>1</cp:revision>
  <dcterms:created xsi:type="dcterms:W3CDTF">2026-10-12T15:57:45Z</dcterms:created>
  <dcterms:modified xsi:type="dcterms:W3CDTF">2026-10-12T15:58:12Z</dcterms:modified>
</cp:coreProperties>
</file>